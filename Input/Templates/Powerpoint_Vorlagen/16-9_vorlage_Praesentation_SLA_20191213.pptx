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6"/>
  </p:notesMasterIdLst>
  <p:handoutMasterIdLst>
    <p:handoutMasterId r:id="rId17"/>
  </p:handout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4CC"/>
    <a:srgbClr val="12518B"/>
    <a:srgbClr val="13518B"/>
    <a:srgbClr val="DEE9F0"/>
    <a:srgbClr val="005294"/>
    <a:srgbClr val="005293"/>
    <a:srgbClr val="3168A4"/>
    <a:srgbClr val="3D6B64"/>
    <a:srgbClr val="77BCDC"/>
    <a:srgbClr val="70C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33" autoAdjust="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-3906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708787696"/>
        <c:axId val="708790048"/>
      </c:barChart>
      <c:catAx>
        <c:axId val="708787696"/>
        <c:scaling>
          <c:orientation val="minMax"/>
        </c:scaling>
        <c:delete val="0"/>
        <c:axPos val="l"/>
        <c:numFmt formatCode="@" sourceLinked="0"/>
        <c:majorTickMark val="none"/>
        <c:minorTickMark val="none"/>
        <c:tickLblPos val="nextTo"/>
        <c:spPr>
          <a:noFill/>
          <a:ln w="6341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0"/>
          <a:lstStyle/>
          <a:p>
            <a:pPr algn="just">
              <a:defRPr sz="1198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08790048"/>
        <c:crosses val="autoZero"/>
        <c:auto val="1"/>
        <c:lblAlgn val="ctr"/>
        <c:lblOffset val="80"/>
        <c:tickLblSkip val="1"/>
        <c:noMultiLvlLbl val="0"/>
      </c:catAx>
      <c:valAx>
        <c:axId val="7087900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708787696"/>
        <c:crosses val="autoZero"/>
        <c:crossBetween val="between"/>
      </c:valAx>
      <c:spPr>
        <a:noFill/>
        <a:ln w="25365">
          <a:noFill/>
        </a:ln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3.7609542176962683E-2"/>
          <c:y val="0.92101274225967655"/>
          <c:w val="0.67269743388160741"/>
          <c:h val="6.02371424883365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198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98" b="1"/>
      </a:pPr>
      <a:endParaRPr lang="de-DE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3.4</c:v>
                </c:pt>
                <c:pt idx="1">
                  <c:v>5.4</c:v>
                </c:pt>
                <c:pt idx="2">
                  <c:v>0.5</c:v>
                </c:pt>
                <c:pt idx="3">
                  <c:v>3</c:v>
                </c:pt>
              </c:numCache>
            </c:numRef>
          </c:val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Datenreihe 4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4.2</c:v>
                </c:pt>
                <c:pt idx="1">
                  <c:v>2.2000000000000002</c:v>
                </c:pt>
                <c:pt idx="2">
                  <c:v>1.5</c:v>
                </c:pt>
                <c:pt idx="3">
                  <c:v>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08775544"/>
        <c:axId val="708782208"/>
      </c:barChart>
      <c:catAx>
        <c:axId val="708775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34" cap="flat" cmpd="sng" algn="ctr">
            <a:solidFill>
              <a:schemeClr val="tx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197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08782208"/>
        <c:crosses val="autoZero"/>
        <c:auto val="1"/>
        <c:lblAlgn val="ctr"/>
        <c:lblOffset val="100"/>
        <c:noMultiLvlLbl val="0"/>
      </c:catAx>
      <c:valAx>
        <c:axId val="708782208"/>
        <c:scaling>
          <c:orientation val="minMax"/>
        </c:scaling>
        <c:delete val="0"/>
        <c:axPos val="l"/>
        <c:majorGridlines>
          <c:spPr>
            <a:ln w="6334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08775544"/>
        <c:crosses val="autoZero"/>
        <c:crossBetween val="between"/>
      </c:valAx>
      <c:spPr>
        <a:noFill/>
        <a:ln w="25336">
          <a:noFill/>
        </a:ln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6.7872459780280975E-2"/>
          <c:y val="0.92101274225967655"/>
          <c:w val="0.88508801454420383"/>
          <c:h val="6.02371424883365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197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97" b="1"/>
      </a:pPr>
      <a:endParaRPr lang="de-DE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dPt>
            <c:idx val="3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12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effectLst/>
          </c:spPr>
          <c:dPt>
            <c:idx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12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bg2"/>
            </a:solidFill>
          </c:spPr>
          <c:dPt>
            <c:idx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12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3.4</c:v>
                </c:pt>
                <c:pt idx="1">
                  <c:v>5.4</c:v>
                </c:pt>
                <c:pt idx="2">
                  <c:v>0.5</c:v>
                </c:pt>
                <c:pt idx="3">
                  <c:v>3</c:v>
                </c:pt>
              </c:numCache>
            </c:numRef>
          </c:val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Datenreihe 4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dPt>
            <c:idx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8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12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4.2</c:v>
                </c:pt>
                <c:pt idx="1">
                  <c:v>2.2000000000000002</c:v>
                </c:pt>
                <c:pt idx="2">
                  <c:v>1.5</c:v>
                </c:pt>
                <c:pt idx="3">
                  <c:v>3.5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25365">
          <a:noFill/>
        </a:ln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1198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sz="1198" b="1"/>
      </a:pPr>
      <a:endParaRPr lang="de-DE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89147A-E99F-426E-8428-4F7A2B762C1A}" type="datetimeFigureOut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13.12.2019</a:t>
            </a:fld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FEB8BDD-D483-4F2A-8149-5CAA22251911}" type="slidenum">
              <a:rPr lang="de-DE" sz="1000">
                <a:latin typeface="Arial" pitchFamily="34" charset="0"/>
                <a:cs typeface="Arial" pitchFamily="34" charset="0"/>
              </a:rPr>
              <a:pPr>
                <a:defRPr/>
              </a:pPr>
              <a:t>‹Nr.›</a:t>
            </a:fld>
            <a:endParaRPr lang="de-DE" sz="1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278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+mn-lt"/>
              </a:defRPr>
            </a:lvl1pPr>
          </a:lstStyle>
          <a:p>
            <a:pPr>
              <a:defRPr/>
            </a:pPr>
            <a:fld id="{E619EF57-6584-4C28-9DE9-68C51C925951}" type="datetimeFigureOut">
              <a:rPr lang="de-DE" smtClean="0"/>
              <a:pPr>
                <a:defRPr/>
              </a:pPr>
              <a:t>13.12.2019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DB79B9A-35EE-4156-AEAA-A71D25E1C590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41052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679149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 smtClean="0"/>
          </a:p>
        </p:txBody>
      </p:sp>
    </p:spTree>
    <p:extLst>
      <p:ext uri="{BB962C8B-B14F-4D97-AF65-F5344CB8AC3E}">
        <p14:creationId xmlns:p14="http://schemas.microsoft.com/office/powerpoint/2010/main" val="924961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" name="Rechteck 3"/>
          <p:cNvSpPr/>
          <p:nvPr userDrawn="1"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1C701EC-84CF-4E2B-A552-58772A8690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4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98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13B8B7A-C2AB-41EE-99BD-3139E0ED9A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7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Gebäude an der Wüllnerstraße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91"/>
          <a:stretch/>
        </p:blipFill>
        <p:spPr bwMode="auto">
          <a:xfrm>
            <a:off x="0" y="1"/>
            <a:ext cx="12192000" cy="470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3"/>
            <a:ext cx="1142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7C9835B-8693-4FFA-A56B-C5C174B3E0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3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83119" y="6040438"/>
            <a:ext cx="11425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22AEC35-F82F-4D85-AEF3-1F53A9CE59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4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2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2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383119" y="3036888"/>
            <a:ext cx="11425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B154666-2FAC-431D-BC7D-A72A12AFA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2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83119" y="1684800"/>
            <a:ext cx="11425767" cy="319405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6E07785-38B3-4A67-BECC-5500ACC739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7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2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9" y="1684803"/>
            <a:ext cx="11425767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4FAD10D-0044-46C6-AD46-8C142634AC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0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2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 sz="9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9" y="1684802"/>
            <a:ext cx="75311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04B1E7A-8E2A-4F45-A963-551EED751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3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 sz="9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20" y="5359403"/>
            <a:ext cx="11412889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/>
            </a:lvl1pPr>
          </a:lstStyle>
          <a:p>
            <a:pPr lvl="0"/>
            <a:r>
              <a:rPr lang="de-DE" dirty="0"/>
              <a:t>Bildtitel oder ggf. Beschreibung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A860E6D-08F8-459B-9AFB-333111E831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B7323E18-B89B-47B5-9583-08DA1B58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6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2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 sz="9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9" y="1684800"/>
            <a:ext cx="11425767" cy="36322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smtClean="0"/>
              <a:t>Diagramm durch Klicken auf Symbol hinzufügen</a:t>
            </a:r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D573FAC-E08A-47B1-8D5A-D30A0D6D34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4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>
              <a:defRPr/>
            </a:pPr>
            <a:endParaRPr lang="de-DE" dirty="0"/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83119" y="6040438"/>
            <a:ext cx="11425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 txBox="1">
            <a:spLocks/>
          </p:cNvSpPr>
          <p:nvPr userDrawn="1"/>
        </p:nvSpPr>
        <p:spPr>
          <a:xfrm>
            <a:off x="383119" y="2487613"/>
            <a:ext cx="11425767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sz="3200" dirty="0"/>
              <a:t>Vielen Dank</a:t>
            </a:r>
            <a:br>
              <a:rPr lang="de-DE" sz="3200" dirty="0"/>
            </a:br>
            <a:r>
              <a:rPr lang="de-DE" sz="3200" dirty="0"/>
              <a:t>für Ihre Aufmerksamkeit</a:t>
            </a:r>
            <a:endParaRPr lang="en-US" sz="3200" dirty="0"/>
          </a:p>
        </p:txBody>
      </p: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2" y="3988800"/>
            <a:ext cx="11425767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A508F53-A89B-413D-94FD-B125BA18F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83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D6A91B8-9668-4EFD-81B9-559AEC4AC715}" type="datetimeFigureOut">
              <a:rPr lang="en-US" smtClean="0"/>
              <a:t>12/13/2019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CF288036-848C-4733-94DA-E01759A085E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2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1" y="1152000"/>
            <a:ext cx="11425767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 sz="9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8" y="1684800"/>
            <a:ext cx="75311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8087784" y="1684339"/>
            <a:ext cx="3708400" cy="3983037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842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2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 sz="900"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5359401"/>
            <a:ext cx="11412889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/>
            </a:lvl1pPr>
          </a:lstStyle>
          <a:p>
            <a:pPr lvl="0"/>
            <a:r>
              <a:rPr lang="de-DE" dirty="0" smtClean="0"/>
              <a:t>Bildtitel oder ggf. Beschreibung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/>
          </p:nvPr>
        </p:nvSpPr>
        <p:spPr>
          <a:xfrm>
            <a:off x="395818" y="1152525"/>
            <a:ext cx="11389783" cy="40640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5378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498602" y="6227766"/>
            <a:ext cx="5668433" cy="630237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/>
              <a:t>Titel der Präsentation  |  Name des Vortragenden  |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dirty="0"/>
              <a:t>Institut für Strukturmechanik</a:t>
            </a:r>
            <a:r>
              <a:rPr lang="de-DE" baseline="0" dirty="0"/>
              <a:t> und Leichtbau</a:t>
            </a:r>
            <a:r>
              <a:rPr lang="de-DE" dirty="0"/>
              <a:t>  |  RWTH Aachen</a:t>
            </a:r>
            <a:r>
              <a:rPr lang="de-DE" baseline="0" dirty="0"/>
              <a:t> | </a:t>
            </a:r>
            <a:br>
              <a:rPr lang="de-DE" baseline="0" dirty="0"/>
            </a:br>
            <a:r>
              <a:rPr lang="de-DE" dirty="0"/>
              <a:t>00.00.2018  |  Die Fußzeile bietet Platz für einen Text über 3 Zeilen  |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119" y="6227766"/>
            <a:ext cx="975783" cy="3968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cxnSp>
        <p:nvCxnSpPr>
          <p:cNvPr id="11" name="Gerader Verbinder 10"/>
          <p:cNvCxnSpPr/>
          <p:nvPr/>
        </p:nvCxnSpPr>
        <p:spPr>
          <a:xfrm>
            <a:off x="383119" y="814388"/>
            <a:ext cx="11425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119" y="6040438"/>
            <a:ext cx="114257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9680B57-3871-43C6-9BF2-B6BA000988A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57" y="6044400"/>
            <a:ext cx="3157543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52" r:id="rId6"/>
    <p:sldLayoutId id="2147483753" r:id="rId7"/>
    <p:sldLayoutId id="2147483759" r:id="rId8"/>
    <p:sldLayoutId id="2147483760" r:id="rId9"/>
    <p:sldLayoutId id="2147483761" r:id="rId10"/>
    <p:sldLayoutId id="2147483770" r:id="rId11"/>
    <p:sldLayoutId id="2147483772" r:id="rId12"/>
    <p:sldLayoutId id="2147483773" r:id="rId13"/>
    <p:sldLayoutId id="2147483774" r:id="rId14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6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6000" algn="l"/>
        </a:tabLst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215900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2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8000" indent="-2159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8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16000" algn="l" defTabSz="216000" rtl="0" eaLnBrk="1" fontAlgn="base" hangingPunct="1">
        <a:lnSpc>
          <a:spcPct val="10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40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16000" algn="l" rtl="0" eaLnBrk="1" fontAlgn="base" hangingPunct="1">
        <a:lnSpc>
          <a:spcPct val="9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457" userDrawn="1">
          <p15:clr>
            <a:srgbClr val="F26B43"/>
          </p15:clr>
        </p15:guide>
        <p15:guide id="2" orient="horz" pos="2863" userDrawn="1">
          <p15:clr>
            <a:srgbClr val="F26B43"/>
          </p15:clr>
        </p15:guide>
        <p15:guide id="3" pos="241" userDrawn="1">
          <p15:clr>
            <a:srgbClr val="F26B43"/>
          </p15:clr>
        </p15:guide>
        <p15:guide id="4" pos="7439" userDrawn="1">
          <p15:clr>
            <a:srgbClr val="F26B43"/>
          </p15:clr>
        </p15:guide>
        <p15:guide id="5" pos="2600" userDrawn="1">
          <p15:clr>
            <a:srgbClr val="F26B43"/>
          </p15:clr>
        </p15:guide>
        <p15:guide id="6" pos="2752" userDrawn="1">
          <p15:clr>
            <a:srgbClr val="F26B43"/>
          </p15:clr>
        </p15:guide>
        <p15:guide id="7" pos="4928" userDrawn="1">
          <p15:clr>
            <a:srgbClr val="F26B43"/>
          </p15:clr>
        </p15:guide>
        <p15:guide id="8" pos="5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1 von 14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021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2 von 14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16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3 von 14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76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4 von 14</a:t>
            </a: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86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5 von 14</a:t>
            </a:r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87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Titelmasterformat durch Klicken bearbeiten</a:t>
            </a:r>
            <a:br>
              <a:rPr lang="de-DE" altLang="de-DE" smtClean="0"/>
            </a:br>
            <a:r>
              <a:rPr lang="de-DE" altLang="de-DE" smtClean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23557" name="Fußzeilenplatzhalt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de-DE" smtClean="0">
                <a:solidFill>
                  <a:schemeClr val="tx2"/>
                </a:solidFill>
              </a:rPr>
              <a:t>6 von 14</a:t>
            </a:r>
            <a:endParaRPr lang="de-DE" altLang="de-DE" dirty="0" smtClean="0">
              <a:solidFill>
                <a:schemeClr val="tx2"/>
              </a:solidFill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16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el 5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smtClean="0"/>
              <a:t>Titelmasterformat durch Klicken bearbeiten</a:t>
            </a:r>
            <a:br>
              <a:rPr lang="de-DE" altLang="de-DE" smtClean="0"/>
            </a:br>
            <a:r>
              <a:rPr lang="de-DE" altLang="de-DE" smtClean="0"/>
              <a:t>Titelmasterformat durch Klicken bearbeiten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581" name="Fußzeilenplatzhalt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7 von 14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85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5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smtClean="0"/>
              <a:t>Titelmasterformat durch Klicken bearbeiten</a:t>
            </a:r>
            <a:br>
              <a:rPr lang="de-DE" altLang="de-DE" smtClean="0"/>
            </a:br>
            <a:r>
              <a:rPr lang="de-DE" altLang="de-DE" smtClean="0"/>
              <a:t>Titelmasterformat durch Klicken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26629" name="Fußzeilenplatzhalter 3"/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8 von 14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 dirty="0" smtClean="0"/>
              <a:t>Erste Ebene</a:t>
            </a:r>
            <a:endParaRPr lang="de-DE" dirty="0"/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</a:t>
            </a:r>
            <a:r>
              <a:rPr lang="de-DE" dirty="0" smtClean="0"/>
              <a:t>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489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r>
              <a:rPr lang="de-DE" altLang="de-DE" dirty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27651" name="Fußzeilenplatzhalt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9 von 14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Bildtitel oder ggf. Beschreibung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89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el 4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r>
              <a:rPr lang="de-DE" altLang="de-DE" dirty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28676" name="Fußzeilenplatzhalter 2"/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10 von 14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16437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el 6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r>
              <a:rPr lang="de-DE" altLang="de-DE" dirty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29699" name="Textplatzhalter 5"/>
          <p:cNvSpPr>
            <a:spLocks noGrp="1"/>
          </p:cNvSpPr>
          <p:nvPr>
            <p:ph type="body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de-DE" altLang="de-DE" smtClean="0"/>
              <a:t>Text durch Klicken hinzufügen</a:t>
            </a:r>
          </a:p>
          <a:p>
            <a:endParaRPr lang="de-DE" altLang="de-DE" smtClean="0"/>
          </a:p>
        </p:txBody>
      </p:sp>
      <p:sp>
        <p:nvSpPr>
          <p:cNvPr id="29700" name="Fußzeilenplatzhalter 2"/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11 von 14</a:t>
            </a:r>
          </a:p>
        </p:txBody>
      </p:sp>
      <p:graphicFrame>
        <p:nvGraphicFramePr>
          <p:cNvPr id="7" name="Diagramm 7"/>
          <p:cNvGraphicFramePr>
            <a:graphicFrameLocks/>
          </p:cNvGraphicFramePr>
          <p:nvPr>
            <p:extLst/>
          </p:nvPr>
        </p:nvGraphicFramePr>
        <p:xfrm>
          <a:off x="3048000" y="1503363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880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el 6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r>
              <a:rPr lang="de-DE" altLang="de-DE" dirty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29699" name="Textplatzhalter 5"/>
          <p:cNvSpPr>
            <a:spLocks noGrp="1"/>
          </p:cNvSpPr>
          <p:nvPr>
            <p:ph type="body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de-DE" altLang="de-DE" smtClean="0"/>
              <a:t>Text durch Klicken hinzufügen</a:t>
            </a:r>
          </a:p>
          <a:p>
            <a:endParaRPr lang="de-DE" altLang="de-DE" smtClean="0"/>
          </a:p>
        </p:txBody>
      </p:sp>
      <p:sp>
        <p:nvSpPr>
          <p:cNvPr id="29700" name="Fußzeilenplatzhalter 2"/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12 von 14</a:t>
            </a:r>
          </a:p>
        </p:txBody>
      </p:sp>
      <p:graphicFrame>
        <p:nvGraphicFramePr>
          <p:cNvPr id="5" name="Diagramm 7"/>
          <p:cNvGraphicFramePr>
            <a:graphicFrameLocks/>
          </p:cNvGraphicFramePr>
          <p:nvPr>
            <p:extLst/>
          </p:nvPr>
        </p:nvGraphicFramePr>
        <p:xfrm>
          <a:off x="3048000" y="1690688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213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el 6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de-DE" altLang="de-DE" dirty="0"/>
              <a:t>Titelmasterformat durch Klicken bearbeiten</a:t>
            </a:r>
            <a:br>
              <a:rPr lang="de-DE" altLang="de-DE" dirty="0"/>
            </a:br>
            <a:r>
              <a:rPr lang="de-DE" altLang="de-DE" dirty="0"/>
              <a:t>Titelmasterformat durch Klicken bearbeiten</a:t>
            </a:r>
            <a:endParaRPr lang="de-DE" altLang="de-DE" dirty="0" smtClean="0"/>
          </a:p>
        </p:txBody>
      </p:sp>
      <p:sp>
        <p:nvSpPr>
          <p:cNvPr id="30723" name="Textplatzhalter 5"/>
          <p:cNvSpPr>
            <a:spLocks noGrp="1"/>
          </p:cNvSpPr>
          <p:nvPr>
            <p:ph type="body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de-DE" altLang="de-DE" smtClean="0"/>
              <a:t>Text durch Klicken hinzufügen</a:t>
            </a:r>
          </a:p>
          <a:p>
            <a:endParaRPr lang="de-DE" altLang="de-DE" smtClean="0"/>
          </a:p>
        </p:txBody>
      </p:sp>
      <p:sp>
        <p:nvSpPr>
          <p:cNvPr id="30724" name="Fußzeilenplatzhalter 2"/>
          <p:cNvSpPr>
            <a:spLocks noGrp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 smtClean="0">
                <a:solidFill>
                  <a:schemeClr val="tx2"/>
                </a:solidFill>
              </a:rPr>
              <a:t>13 von 14</a:t>
            </a:r>
          </a:p>
        </p:txBody>
      </p:sp>
      <p:graphicFrame>
        <p:nvGraphicFramePr>
          <p:cNvPr id="5" name="Diagramm 7"/>
          <p:cNvGraphicFramePr>
            <a:graphicFrameLocks/>
          </p:cNvGraphicFramePr>
          <p:nvPr>
            <p:extLst/>
          </p:nvPr>
        </p:nvGraphicFramePr>
        <p:xfrm>
          <a:off x="3055938" y="16129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643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14 von 14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459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40715_Powerpointvorlage_institute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_2018_16to9_de_Aussendarstellung_Framework.pptx" id="{0436E20B-B8DE-410C-9532-39E4F000A8EE}" vid="{07E72864-458E-4BF4-9BCF-988E02D5A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SLA_2018_16to9_de_Aussendarstellung_Framework</Template>
  <TotalTime>0</TotalTime>
  <Words>107</Words>
  <Application>Microsoft Office PowerPoint</Application>
  <PresentationFormat>Breitbild</PresentationFormat>
  <Paragraphs>34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Symbol</vt:lpstr>
      <vt:lpstr>Wingdings</vt:lpstr>
      <vt:lpstr>140715_Powerpointvorlage_institute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Titelmasterformat durch Klicken bearbeiten Titelmasterformat durch Klicken bearbeiten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j_buehring</dc:creator>
  <cp:lastModifiedBy>j_buehring</cp:lastModifiedBy>
  <cp:revision>1</cp:revision>
  <dcterms:created xsi:type="dcterms:W3CDTF">2019-12-13T08:13:28Z</dcterms:created>
  <dcterms:modified xsi:type="dcterms:W3CDTF">2019-12-13T08:17:11Z</dcterms:modified>
</cp:coreProperties>
</file>